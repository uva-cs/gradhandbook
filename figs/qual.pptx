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8D18-1F6D-5DAB-6841-932782BD8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FC22F-F990-45B4-9BB4-8DCC2A8DD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6D76E-74DF-A6A0-73C2-872695A1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15E5C-3583-4FD9-407F-731CACBD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0882E-69F3-2A3A-F7CC-E429CD44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3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6827-1BD8-B220-D99A-F756982F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CD85-5BE3-27F9-0B0F-71A60C610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2DB45-CEBE-C440-8FC7-0DB0FCF6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1ACA-6B6F-98EA-30BC-A750BF30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72DC2-82B2-4C67-929A-F2BC2F17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6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EC18-44DA-079D-C345-B22E91AC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A9170-0A01-1D1C-B133-6A6630694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E345B-65FC-193D-4D23-CD13E1DC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642D-4CFA-9F06-D58C-E3ED345F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1250-83F8-D1EA-4E35-ED31ECE6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8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B700-78A1-2ACB-305B-B72DCD4C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1436-6408-5AEC-F0C5-A13BBB198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50FF6-18F5-0671-2BA6-7ED9B5BA2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BD7A5-7A49-5A5A-F519-310B39C1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84021-007F-4B97-6C26-12616700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A4B1E-45FF-FB27-7763-359D3056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7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80A7-929C-DF6B-3381-10DA2952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FD57B-94AD-BBDB-1352-C3312ACC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22AAF-B6CE-E396-3401-3AA074ED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28EF-0E47-4529-7834-9542B2D5B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C8665-0792-EABC-51F7-0DC96F2E4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4B9B0-61C0-9D34-7D89-63215A75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A86E9-4B2E-A8E4-49A9-9F14E385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57AE5-E8F5-4A3A-B71D-560CF2A1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8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987C-2477-FEB6-32C5-73885040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17C85-1695-08E0-3757-2B800E94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27FCC-BDFD-2A59-AFA3-BEBB7F4E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730F2-917B-C0EE-474D-85F71D21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8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82BDE-7DD9-2534-DC56-787C0F39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B98638-4812-78DE-EC55-75B94E79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E1D08-FD5D-0600-DDA5-77CA67B5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AF6E0-8A9F-F28E-4129-14683749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3EFC8-2ED2-F200-CDF8-A4571B655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2B0C1-4BB8-8638-9C0C-8D0BD2703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D8C99-BA0B-359C-326A-2FB71B80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45F1E-D095-741F-9D32-23F2B24B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A71DC-7C11-F360-C28A-6C176BEA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8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388-2559-19C0-7DBB-C1905394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659A3-4E2B-8BFD-D394-3385116E1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A67F9-EE78-C98B-1FDF-82DEA5B1A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39205-8C89-8E4A-D908-CF95DC4E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69F28-A12D-27B0-D45B-50092D38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EB5FC-B599-B410-F242-887DA87D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382-A0EF-67EC-004B-9C0B66A8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8C31B-07D8-4FE1-5218-82319E2A1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A66C5-2DE5-B96B-3560-32B149FB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DD284-274B-C552-AB96-E8D637B5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3516-2890-7A20-ADA3-1DB42386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3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820E8-6FAC-9C81-A749-0F9765F80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19964-E73B-A0FA-F6B7-D1F410070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7F3E-7073-11C6-4AA8-A2E19C22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E16F-E8D1-BAB7-6C30-CCE7F26B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1E944-40D6-A4AF-F2FD-E9D52C75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8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251BC-A69A-6F80-4F09-BB165356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AB345-3B1E-1961-5525-EDFA671D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52573-E40A-F61B-82AF-6794AD108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331FB-5285-47A4-B9B0-D92711178DA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57D07-4841-D2CE-5558-D5153B9D1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97E52-EA4C-E739-56EB-29D9410DA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97ECF-542C-4ECF-BA5A-6C6E0B94C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3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675109-B105-6FA4-033D-207971729D01}"/>
              </a:ext>
            </a:extLst>
          </p:cNvPr>
          <p:cNvSpPr/>
          <p:nvPr/>
        </p:nvSpPr>
        <p:spPr>
          <a:xfrm>
            <a:off x="2930525" y="3731421"/>
            <a:ext cx="2482850" cy="6156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satisfied breadth requirements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1D7FD9-4193-FBDD-BDC8-2DF12C52C74D}"/>
              </a:ext>
            </a:extLst>
          </p:cNvPr>
          <p:cNvSpPr/>
          <p:nvPr/>
        </p:nvSpPr>
        <p:spPr>
          <a:xfrm>
            <a:off x="687857" y="1278890"/>
            <a:ext cx="1699950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Form Qual Exam committee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869C62-F9B8-865E-83F7-E7D329D7CEB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4171587" y="3271129"/>
            <a:ext cx="363" cy="460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569377-BB0D-4B51-8084-18550D3DE4D4}"/>
              </a:ext>
            </a:extLst>
          </p:cNvPr>
          <p:cNvSpPr/>
          <p:nvPr/>
        </p:nvSpPr>
        <p:spPr>
          <a:xfrm>
            <a:off x="3591204" y="1278890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Schedule Qual Proposal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E6ECC-A760-B3BE-026F-64F59B7B1CD3}"/>
              </a:ext>
            </a:extLst>
          </p:cNvPr>
          <p:cNvSpPr/>
          <p:nvPr/>
        </p:nvSpPr>
        <p:spPr>
          <a:xfrm>
            <a:off x="873632" y="2640283"/>
            <a:ext cx="1814696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proposal document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189AF-9FCF-39EB-90D1-8AA0E5C01B2F}"/>
              </a:ext>
            </a:extLst>
          </p:cNvPr>
          <p:cNvSpPr/>
          <p:nvPr/>
        </p:nvSpPr>
        <p:spPr>
          <a:xfrm>
            <a:off x="5275637" y="2640283"/>
            <a:ext cx="1916095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 defense report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AF053D-A342-4914-FC4D-AD4823D9D02A}"/>
              </a:ext>
            </a:extLst>
          </p:cNvPr>
          <p:cNvSpPr txBox="1"/>
          <p:nvPr/>
        </p:nvSpPr>
        <p:spPr>
          <a:xfrm>
            <a:off x="991468" y="3271192"/>
            <a:ext cx="1579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Phase1: proposal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73E29-B040-88FA-58AD-0A3AF1B4BCFD}"/>
              </a:ext>
            </a:extLst>
          </p:cNvPr>
          <p:cNvSpPr txBox="1"/>
          <p:nvPr/>
        </p:nvSpPr>
        <p:spPr>
          <a:xfrm>
            <a:off x="5337396" y="3271192"/>
            <a:ext cx="1854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</a:t>
            </a:r>
            <a:r>
              <a:rPr lang="en-US" sz="1400" dirty="0"/>
              <a:t>2</a:t>
            </a:r>
            <a:r>
              <a:rPr lang="en-US" sz="1400" dirty="0">
                <a:solidFill>
                  <a:schemeClr val="tx1"/>
                </a:solidFill>
              </a:rPr>
              <a:t>: presentation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20ECEF-5145-21B9-6F30-306B154C24A5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688328" y="2948124"/>
            <a:ext cx="2587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827EEDC-E32E-32A8-9695-90B4E317C03E}"/>
              </a:ext>
            </a:extLst>
          </p:cNvPr>
          <p:cNvSpPr txBox="1"/>
          <p:nvPr/>
        </p:nvSpPr>
        <p:spPr>
          <a:xfrm>
            <a:off x="2306951" y="2317215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4A6CC8-DFF3-C5AF-1D14-2BC97A9F4029}"/>
              </a:ext>
            </a:extLst>
          </p:cNvPr>
          <p:cNvSpPr txBox="1"/>
          <p:nvPr/>
        </p:nvSpPr>
        <p:spPr>
          <a:xfrm>
            <a:off x="6847496" y="2317215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39A586-053F-5326-2507-5676ADCCD60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87807" y="1586731"/>
            <a:ext cx="1203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04BB8AE-0A42-698A-266A-40E0E17087EA}"/>
              </a:ext>
            </a:extLst>
          </p:cNvPr>
          <p:cNvCxnSpPr>
            <a:endCxn id="12" idx="1"/>
          </p:cNvCxnSpPr>
          <p:nvPr/>
        </p:nvCxnSpPr>
        <p:spPr>
          <a:xfrm flipH="1">
            <a:off x="873632" y="1586731"/>
            <a:ext cx="4051550" cy="1361393"/>
          </a:xfrm>
          <a:prstGeom prst="bentConnector5">
            <a:avLst>
              <a:gd name="adj1" fmla="val -5642"/>
              <a:gd name="adj2" fmla="val 50000"/>
              <a:gd name="adj3" fmla="val 1044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A08AA89-3B51-8E38-E0FD-FE2475161F21}"/>
              </a:ext>
            </a:extLst>
          </p:cNvPr>
          <p:cNvSpPr/>
          <p:nvPr/>
        </p:nvSpPr>
        <p:spPr>
          <a:xfrm>
            <a:off x="8265459" y="2640283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Pass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Qual Exam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D05797-7F25-10F0-DC84-27B40046DFCB}"/>
              </a:ext>
            </a:extLst>
          </p:cNvPr>
          <p:cNvSpPr/>
          <p:nvPr/>
        </p:nvSpPr>
        <p:spPr>
          <a:xfrm>
            <a:off x="436418" y="1001028"/>
            <a:ext cx="7687304" cy="2577941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CAF529-3E36-6F37-B384-D049AF9F3DDC}"/>
              </a:ext>
            </a:extLst>
          </p:cNvPr>
          <p:cNvSpPr txBox="1"/>
          <p:nvPr/>
        </p:nvSpPr>
        <p:spPr>
          <a:xfrm>
            <a:off x="5258967" y="1161819"/>
            <a:ext cx="3865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depth 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requirements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D8DA0A-FEB3-6D16-57BC-64F1050FA5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91732" y="2948124"/>
            <a:ext cx="10737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405C63-1F9D-0F6D-2C1D-C69F77F13CC6}"/>
              </a:ext>
            </a:extLst>
          </p:cNvPr>
          <p:cNvSpPr/>
          <p:nvPr/>
        </p:nvSpPr>
        <p:spPr>
          <a:xfrm>
            <a:off x="3504598" y="2655447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Schedule Qual Exam</a:t>
            </a:r>
          </a:p>
        </p:txBody>
      </p:sp>
    </p:spTree>
    <p:extLst>
      <p:ext uri="{BB962C8B-B14F-4D97-AF65-F5344CB8AC3E}">
        <p14:creationId xmlns:p14="http://schemas.microsoft.com/office/powerpoint/2010/main" val="112906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10CA-986F-8411-E2FA-67DE8173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73E763-D70B-81E5-EC5C-C6A4201F8EE4}"/>
              </a:ext>
            </a:extLst>
          </p:cNvPr>
          <p:cNvSpPr/>
          <p:nvPr/>
        </p:nvSpPr>
        <p:spPr>
          <a:xfrm>
            <a:off x="2930525" y="3731421"/>
            <a:ext cx="2482850" cy="6156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satisfied breadth requirements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C41AF9-6CBC-2C93-7B87-CB125F540B25}"/>
              </a:ext>
            </a:extLst>
          </p:cNvPr>
          <p:cNvSpPr/>
          <p:nvPr/>
        </p:nvSpPr>
        <p:spPr>
          <a:xfrm>
            <a:off x="687857" y="1278890"/>
            <a:ext cx="1699950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Form Qual Exam committee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CC5414-2482-6409-2B42-EDB8A26FA18D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4171587" y="3271129"/>
            <a:ext cx="363" cy="460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AA14F1-8010-8E32-DC14-4D6B847922D8}"/>
              </a:ext>
            </a:extLst>
          </p:cNvPr>
          <p:cNvSpPr/>
          <p:nvPr/>
        </p:nvSpPr>
        <p:spPr>
          <a:xfrm>
            <a:off x="3591204" y="1278890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Schedule Qual Proposal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D095C7-CC2B-4F7F-0F51-2F2938F45C59}"/>
              </a:ext>
            </a:extLst>
          </p:cNvPr>
          <p:cNvSpPr/>
          <p:nvPr/>
        </p:nvSpPr>
        <p:spPr>
          <a:xfrm>
            <a:off x="873632" y="2640283"/>
            <a:ext cx="1814696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proposal document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C3260-3B73-E039-37E3-DB5EEA5AAA8F}"/>
              </a:ext>
            </a:extLst>
          </p:cNvPr>
          <p:cNvSpPr/>
          <p:nvPr/>
        </p:nvSpPr>
        <p:spPr>
          <a:xfrm>
            <a:off x="5275637" y="2640283"/>
            <a:ext cx="1916095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 defense report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4E791-1ADC-AF2F-7021-E8D02804EFC1}"/>
              </a:ext>
            </a:extLst>
          </p:cNvPr>
          <p:cNvSpPr txBox="1"/>
          <p:nvPr/>
        </p:nvSpPr>
        <p:spPr>
          <a:xfrm>
            <a:off x="991468" y="3271192"/>
            <a:ext cx="1579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Phase1: proposal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4EE0F-48C1-FFE8-A2EA-C4A6FF82C01B}"/>
              </a:ext>
            </a:extLst>
          </p:cNvPr>
          <p:cNvSpPr txBox="1"/>
          <p:nvPr/>
        </p:nvSpPr>
        <p:spPr>
          <a:xfrm>
            <a:off x="5444172" y="3271192"/>
            <a:ext cx="1579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</a:t>
            </a:r>
            <a:r>
              <a:rPr lang="en-US" sz="1400" dirty="0"/>
              <a:t>2</a:t>
            </a:r>
            <a:r>
              <a:rPr lang="en-US" sz="1400" dirty="0">
                <a:solidFill>
                  <a:schemeClr val="tx1"/>
                </a:solidFill>
              </a:rPr>
              <a:t>: defense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F36EB9-E3CF-B7C2-F0FE-77A6865CF4A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688328" y="2948124"/>
            <a:ext cx="2587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8240FC-B342-F5DA-89C0-C26002FA8AE2}"/>
              </a:ext>
            </a:extLst>
          </p:cNvPr>
          <p:cNvSpPr txBox="1"/>
          <p:nvPr/>
        </p:nvSpPr>
        <p:spPr>
          <a:xfrm>
            <a:off x="2306951" y="2317215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3A45A-B922-2983-5300-6EC8306CBD32}"/>
              </a:ext>
            </a:extLst>
          </p:cNvPr>
          <p:cNvSpPr txBox="1"/>
          <p:nvPr/>
        </p:nvSpPr>
        <p:spPr>
          <a:xfrm>
            <a:off x="6847496" y="2317215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28DA5A-4BB7-5C6A-E04C-6FA096DC8FF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87807" y="1586731"/>
            <a:ext cx="1203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0595943-61E3-ED71-24FE-675D03B191F5}"/>
              </a:ext>
            </a:extLst>
          </p:cNvPr>
          <p:cNvCxnSpPr>
            <a:endCxn id="12" idx="1"/>
          </p:cNvCxnSpPr>
          <p:nvPr/>
        </p:nvCxnSpPr>
        <p:spPr>
          <a:xfrm flipH="1">
            <a:off x="873632" y="1586731"/>
            <a:ext cx="4051550" cy="1361393"/>
          </a:xfrm>
          <a:prstGeom prst="bentConnector5">
            <a:avLst>
              <a:gd name="adj1" fmla="val -5642"/>
              <a:gd name="adj2" fmla="val 50000"/>
              <a:gd name="adj3" fmla="val 1044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E4B7651-3ECE-58C9-4405-4B6696CF5941}"/>
              </a:ext>
            </a:extLst>
          </p:cNvPr>
          <p:cNvSpPr/>
          <p:nvPr/>
        </p:nvSpPr>
        <p:spPr>
          <a:xfrm>
            <a:off x="8265459" y="2640283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Pass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Qual Exam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7D88C5-2906-551C-4F9F-02DF72692E85}"/>
              </a:ext>
            </a:extLst>
          </p:cNvPr>
          <p:cNvSpPr/>
          <p:nvPr/>
        </p:nvSpPr>
        <p:spPr>
          <a:xfrm>
            <a:off x="436418" y="1001028"/>
            <a:ext cx="7687304" cy="2577941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F32E03-802F-CAD4-442E-BCEA1B664193}"/>
              </a:ext>
            </a:extLst>
          </p:cNvPr>
          <p:cNvSpPr txBox="1"/>
          <p:nvPr/>
        </p:nvSpPr>
        <p:spPr>
          <a:xfrm>
            <a:off x="5258967" y="1161819"/>
            <a:ext cx="3865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depth 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requirements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7795E54-C7B9-443B-EEC5-E1FB9803611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91732" y="2948124"/>
            <a:ext cx="10737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485DFA-4305-B49E-FF66-B8F2AD95A6DD}"/>
              </a:ext>
            </a:extLst>
          </p:cNvPr>
          <p:cNvSpPr/>
          <p:nvPr/>
        </p:nvSpPr>
        <p:spPr>
          <a:xfrm>
            <a:off x="3504598" y="2655447"/>
            <a:ext cx="1333978" cy="6156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Schedule Qual Exam</a:t>
            </a:r>
          </a:p>
        </p:txBody>
      </p:sp>
    </p:spTree>
    <p:extLst>
      <p:ext uri="{BB962C8B-B14F-4D97-AF65-F5344CB8AC3E}">
        <p14:creationId xmlns:p14="http://schemas.microsoft.com/office/powerpoint/2010/main" val="37472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6292-FB80-6C7C-46CF-BD9F0C55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FDEC07-316F-F9C4-4A24-C18937579D32}"/>
              </a:ext>
            </a:extLst>
          </p:cNvPr>
          <p:cNvSpPr/>
          <p:nvPr/>
        </p:nvSpPr>
        <p:spPr>
          <a:xfrm>
            <a:off x="163629" y="1278890"/>
            <a:ext cx="1702328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Satisfied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breadth requirements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CED47-F691-7C20-D8ED-A7DC0618BBAD}"/>
              </a:ext>
            </a:extLst>
          </p:cNvPr>
          <p:cNvSpPr/>
          <p:nvPr/>
        </p:nvSpPr>
        <p:spPr>
          <a:xfrm>
            <a:off x="2614452" y="1278890"/>
            <a:ext cx="1699950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Form Qual Exam committee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486EE5-9837-97EE-B131-70706192382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5957" y="1586731"/>
            <a:ext cx="7484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3096BBA-7C66-B3AC-4444-9F0F87D0CDF9}"/>
              </a:ext>
            </a:extLst>
          </p:cNvPr>
          <p:cNvSpPr/>
          <p:nvPr/>
        </p:nvSpPr>
        <p:spPr>
          <a:xfrm>
            <a:off x="5172292" y="1278890"/>
            <a:ext cx="1333978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Schedule Qual Proposal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262182-7F82-0CA3-5A78-2CD2F5E011A7}"/>
              </a:ext>
            </a:extLst>
          </p:cNvPr>
          <p:cNvSpPr/>
          <p:nvPr/>
        </p:nvSpPr>
        <p:spPr>
          <a:xfrm>
            <a:off x="2557079" y="2640283"/>
            <a:ext cx="1814696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proposal document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F4B3C-94A2-3FE8-8AF4-13E5CCEF0450}"/>
              </a:ext>
            </a:extLst>
          </p:cNvPr>
          <p:cNvSpPr/>
          <p:nvPr/>
        </p:nvSpPr>
        <p:spPr>
          <a:xfrm>
            <a:off x="5275637" y="2640283"/>
            <a:ext cx="1916095" cy="615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 defense report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oral 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217CA-F6FE-9D85-AE1E-9BEBADE37A06}"/>
              </a:ext>
            </a:extLst>
          </p:cNvPr>
          <p:cNvSpPr txBox="1"/>
          <p:nvPr/>
        </p:nvSpPr>
        <p:spPr>
          <a:xfrm>
            <a:off x="2758996" y="3271192"/>
            <a:ext cx="1579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Phase1: proposal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C7B1B-B307-94DC-70E7-41155A1025E4}"/>
              </a:ext>
            </a:extLst>
          </p:cNvPr>
          <p:cNvSpPr txBox="1"/>
          <p:nvPr/>
        </p:nvSpPr>
        <p:spPr>
          <a:xfrm>
            <a:off x="5444172" y="3271192"/>
            <a:ext cx="1579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</a:t>
            </a:r>
            <a:r>
              <a:rPr lang="en-US" sz="1400" dirty="0"/>
              <a:t>2</a:t>
            </a:r>
            <a:r>
              <a:rPr lang="en-US" sz="1400" dirty="0">
                <a:solidFill>
                  <a:schemeClr val="tx1"/>
                </a:solidFill>
              </a:rPr>
              <a:t>: defense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C7E12B-0B87-2BAD-027B-13A827458D4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4371775" y="2948124"/>
            <a:ext cx="9038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80DA84-60C5-6F44-3980-C95B2C93D902}"/>
              </a:ext>
            </a:extLst>
          </p:cNvPr>
          <p:cNvSpPr txBox="1"/>
          <p:nvPr/>
        </p:nvSpPr>
        <p:spPr>
          <a:xfrm>
            <a:off x="4063700" y="2317215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592D41-AF86-7DCB-FF4D-A06D2FED19E1}"/>
              </a:ext>
            </a:extLst>
          </p:cNvPr>
          <p:cNvSpPr txBox="1"/>
          <p:nvPr/>
        </p:nvSpPr>
        <p:spPr>
          <a:xfrm>
            <a:off x="6805997" y="2363446"/>
            <a:ext cx="1579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committee approval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DD1DB2-6D6F-6E17-8275-F4B12A14CBA1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314402" y="1586731"/>
            <a:ext cx="857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8EC0772-6132-29B0-31F0-1BAE2678213F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H="1">
            <a:off x="2557079" y="1586731"/>
            <a:ext cx="3949191" cy="1361393"/>
          </a:xfrm>
          <a:prstGeom prst="bentConnector5">
            <a:avLst>
              <a:gd name="adj1" fmla="val -5789"/>
              <a:gd name="adj2" fmla="val 50000"/>
              <a:gd name="adj3" fmla="val 10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9139D19-6A3E-8264-9246-4999E2E7010A}"/>
              </a:ext>
            </a:extLst>
          </p:cNvPr>
          <p:cNvSpPr/>
          <p:nvPr/>
        </p:nvSpPr>
        <p:spPr>
          <a:xfrm>
            <a:off x="8265459" y="2640283"/>
            <a:ext cx="1333978" cy="6156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Pass 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Qual Exam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E258F4-DD7D-62FC-F405-90D796C11AAE}"/>
              </a:ext>
            </a:extLst>
          </p:cNvPr>
          <p:cNvSpPr/>
          <p:nvPr/>
        </p:nvSpPr>
        <p:spPr>
          <a:xfrm>
            <a:off x="2165684" y="1001028"/>
            <a:ext cx="5958038" cy="2577941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7A81E2-16EF-2A8C-C89A-5F8C4039A720}"/>
              </a:ext>
            </a:extLst>
          </p:cNvPr>
          <p:cNvSpPr txBox="1"/>
          <p:nvPr/>
        </p:nvSpPr>
        <p:spPr>
          <a:xfrm>
            <a:off x="5144703" y="955293"/>
            <a:ext cx="3865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depth requirements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CA991A5-3A5E-2474-12D1-8EB8EA4255D2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7191732" y="2948124"/>
            <a:ext cx="10737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26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117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Lin</dc:creator>
  <cp:lastModifiedBy>Felix Lin</cp:lastModifiedBy>
  <cp:revision>28</cp:revision>
  <dcterms:created xsi:type="dcterms:W3CDTF">2025-02-23T21:48:31Z</dcterms:created>
  <dcterms:modified xsi:type="dcterms:W3CDTF">2025-05-08T18:29:18Z</dcterms:modified>
</cp:coreProperties>
</file>